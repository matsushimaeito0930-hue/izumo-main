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Product implementation in the HackRadar repository.
- Production GitHub webhook flow verified on 2026-08-04.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Problem framing based on the HackRadar product brief and project feedback.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 implemented in app/api/github/webhook, lib/github.ts, lib/store.ts, and Supabase schema.
- GitHub webhook signature and production delivery were verified on 2026-08-04.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Dashboard UI and API state from the HackRadar implementation.
- Bar values are illustrative display values, not a public benchmark.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OAuth onboarding and production webhook-to-dashboard flow verified in the deployed MVP.
- Team chat and mentor chat are part of the current product direction.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Conclusion based on the implemented MVP scope and verified production workflow.
- Future items are product directions, not completed features.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13232" y="658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DEVELOPMENT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1298448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722376" y="2148840"/>
            <a:ext cx="5760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チームの開発状況を、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GitHubの活動から見える化する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0664" y="34015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誰が、どれくらい進んでいるか。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その現在地をひとつの画面で把握するダッシュボードです。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" y="51389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45" kern="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 /  WEBHOOK  /  SUPABASE  /  DASHBOARD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D7E1E7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680" y="647395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development dashboard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60920" y="1115568"/>
            <a:ext cx="3931920" cy="443484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1417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MOMENTUM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35240" y="1700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チームの現在地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644384" y="2313432"/>
            <a:ext cx="237744" cy="237744"/>
          </a:xfrm>
          <a:prstGeom prst="ellipse">
            <a:avLst/>
          </a:prstGeom>
          <a:solidFill>
            <a:srgbClr val="F06455"/>
          </a:solidFill>
          <a:ln w="12700">
            <a:solidFill>
              <a:srgbClr val="F0645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44384" y="2368296"/>
            <a:ext cx="2377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65008" y="2331720"/>
            <a:ext cx="2423160" cy="182880"/>
          </a:xfrm>
          <a:prstGeom prst="rect">
            <a:avLst/>
          </a:prstGeom>
          <a:solidFill>
            <a:srgbClr val="F1F5F8"/>
          </a:solidFill>
          <a:ln w="12700">
            <a:solidFill>
              <a:srgbClr val="F1F5F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65008" y="2331720"/>
            <a:ext cx="1986991" cy="182880"/>
          </a:xfrm>
          <a:prstGeom prst="rect">
            <a:avLst/>
          </a:prstGeom>
          <a:solidFill>
            <a:srgbClr val="F06455"/>
          </a:solidFill>
          <a:ln w="12700">
            <a:solidFill>
              <a:srgbClr val="F0645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44384" y="2880360"/>
            <a:ext cx="237744" cy="237744"/>
          </a:xfrm>
          <a:prstGeom prst="ellipse">
            <a:avLst/>
          </a:prstGeom>
          <a:solidFill>
            <a:srgbClr val="16B8B4"/>
          </a:solidFill>
          <a:ln w="12700">
            <a:solidFill>
              <a:srgbClr val="16B8B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44384" y="2935224"/>
            <a:ext cx="2377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065008" y="2898648"/>
            <a:ext cx="2423160" cy="182880"/>
          </a:xfrm>
          <a:prstGeom prst="rect">
            <a:avLst/>
          </a:prstGeom>
          <a:solidFill>
            <a:srgbClr val="F1F5F8"/>
          </a:solidFill>
          <a:ln w="12700">
            <a:solidFill>
              <a:srgbClr val="F1F5F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65008" y="2898648"/>
            <a:ext cx="1526591" cy="182880"/>
          </a:xfrm>
          <a:prstGeom prst="rect">
            <a:avLst/>
          </a:prstGeom>
          <a:solidFill>
            <a:srgbClr val="16B8B4"/>
          </a:solidFill>
          <a:ln w="12700">
            <a:solidFill>
              <a:srgbClr val="16B8B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44384" y="3447288"/>
            <a:ext cx="237744" cy="237744"/>
          </a:xfrm>
          <a:prstGeom prst="ellipse">
            <a:avLst/>
          </a:prstGeom>
          <a:solidFill>
            <a:srgbClr val="8064D6"/>
          </a:solidFill>
          <a:ln w="12700">
            <a:solidFill>
              <a:srgbClr val="8064D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44384" y="3502152"/>
            <a:ext cx="2377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65008" y="3465576"/>
            <a:ext cx="2423160" cy="182880"/>
          </a:xfrm>
          <a:prstGeom prst="rect">
            <a:avLst/>
          </a:prstGeom>
          <a:solidFill>
            <a:srgbClr val="F1F5F8"/>
          </a:solidFill>
          <a:ln w="12700">
            <a:solidFill>
              <a:srgbClr val="F1F5F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65008" y="3465576"/>
            <a:ext cx="1114654" cy="182880"/>
          </a:xfrm>
          <a:prstGeom prst="rect">
            <a:avLst/>
          </a:prstGeom>
          <a:solidFill>
            <a:srgbClr val="8064D6"/>
          </a:solidFill>
          <a:ln w="12700">
            <a:solidFill>
              <a:srgbClr val="8064D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35240" y="4224528"/>
            <a:ext cx="3383280" cy="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7635240" y="44805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RECENT ACTIVITY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62672" y="4846320"/>
            <a:ext cx="91440" cy="91440"/>
          </a:xfrm>
          <a:prstGeom prst="ellipse">
            <a:avLst/>
          </a:prstGeom>
          <a:solidFill>
            <a:srgbClr val="F06455"/>
          </a:solidFill>
          <a:ln w="12700">
            <a:solidFill>
              <a:srgbClr val="F06455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82128" y="48280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449056" y="48280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A が push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662672" y="5175504"/>
            <a:ext cx="91440" cy="91440"/>
          </a:xfrm>
          <a:prstGeom prst="ellipse">
            <a:avLst/>
          </a:prstGeom>
          <a:solidFill>
            <a:srgbClr val="16B8B4"/>
          </a:solidFill>
          <a:ln w="12700">
            <a:solidFill>
              <a:srgbClr val="16B8B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82128" y="51572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449056" y="51572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B が更新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94360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2377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D7E1E7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69680" y="647395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development dashboard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896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/ 課題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11704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ハッカソンのチーム開発は、進み具合が見えにくい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612648" y="19019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作業が個人の中に閉じると、チーム全体の判断が遅れてしまいます。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1792" y="277063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開発している本人には見えていても、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チームには見えていない。</a:t>
            </a:r>
            <a:endParaRPr lang="en-US" sz="2300" dirty="0"/>
          </a:p>
        </p:txBody>
      </p:sp>
      <p:sp>
        <p:nvSpPr>
          <p:cNvPr id="30" name="Shape 28"/>
          <p:cNvSpPr/>
          <p:nvPr/>
        </p:nvSpPr>
        <p:spPr>
          <a:xfrm>
            <a:off x="5715000" y="2724912"/>
            <a:ext cx="329184" cy="0"/>
          </a:xfrm>
          <a:prstGeom prst="line">
            <a:avLst/>
          </a:prstGeom>
          <a:noFill/>
          <a:ln w="38100">
            <a:solidFill>
              <a:srgbClr val="F06455"/>
            </a:solidFill>
            <a:prstDash val="solid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6236208" y="26151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48272" y="2596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進捗がわからない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48272" y="2926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誰が何を進めているのか、毎回聞かないとわからない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15000" y="3758184"/>
            <a:ext cx="329184" cy="0"/>
          </a:xfrm>
          <a:prstGeom prst="line">
            <a:avLst/>
          </a:prstGeom>
          <a:noFill/>
          <a:ln w="38100">
            <a:solidFill>
              <a:srgbClr val="D8A620"/>
            </a:solidFill>
            <a:prstDash val="solid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6236208" y="36484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A6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48272" y="3630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止まりに気づけない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48272" y="395935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困っているチームに声をかけるタイミングを逃してしまう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715000" y="4791456"/>
            <a:ext cx="329184" cy="0"/>
          </a:xfrm>
          <a:prstGeom prst="line">
            <a:avLst/>
          </a:prstGeom>
          <a:noFill/>
          <a:ln w="38100">
            <a:solidFill>
              <a:srgbClr val="16B8B4"/>
            </a:solidFill>
            <a:prstDash val="solid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6236208" y="468172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判断材料が少ない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748272" y="499262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感覚や自己申告だけでは、優先順位を決めにくい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715000" y="5715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64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見えない進捗は、チームの次の行動を遅らせる。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94360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2377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D7E1E7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69680" y="647395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development dashboard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896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/ 仕組み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11704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GitHubの活動を、チームの現在地に変える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612648" y="19019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開発者はいつものGitHubを使うだけ。HackRadarが活動を受け取り、画面に反映します。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505456" y="3218688"/>
            <a:ext cx="749808" cy="0"/>
          </a:xfrm>
          <a:prstGeom prst="line">
            <a:avLst/>
          </a:prstGeom>
          <a:noFill/>
          <a:ln w="22860">
            <a:solidFill>
              <a:srgbClr val="16B8B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965192" y="3218688"/>
            <a:ext cx="749808" cy="0"/>
          </a:xfrm>
          <a:prstGeom prst="line">
            <a:avLst/>
          </a:prstGeom>
          <a:noFill/>
          <a:ln w="22860">
            <a:solidFill>
              <a:srgbClr val="16B8B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24928" y="3218688"/>
            <a:ext cx="749808" cy="0"/>
          </a:xfrm>
          <a:prstGeom prst="line">
            <a:avLst/>
          </a:prstGeom>
          <a:noFill/>
          <a:ln w="22860">
            <a:solidFill>
              <a:srgbClr val="16B8B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3232" y="2395728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112" y="2615184"/>
            <a:ext cx="384048" cy="384048"/>
          </a:xfrm>
          <a:prstGeom prst="ellipse">
            <a:avLst/>
          </a:prstGeom>
          <a:solidFill>
            <a:srgbClr val="F06455"/>
          </a:solidFill>
          <a:ln w="12700">
            <a:solidFill>
              <a:srgbClr val="F0645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270662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6112" y="322783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96112" y="3593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いつものpush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72968" y="2395728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55848" y="2615184"/>
            <a:ext cx="384048" cy="384048"/>
          </a:xfrm>
          <a:prstGeom prst="ellipse">
            <a:avLst/>
          </a:prstGeom>
          <a:solidFill>
            <a:srgbClr val="16B8B4"/>
          </a:solidFill>
          <a:ln w="12700">
            <a:solidFill>
              <a:srgbClr val="16B8B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270662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55848" y="322783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Webhook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3355848" y="3593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活動を受け取る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32704" y="2395728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15584" y="2615184"/>
            <a:ext cx="384048" cy="384048"/>
          </a:xfrm>
          <a:prstGeom prst="ellipse">
            <a:avLst/>
          </a:prstGeom>
          <a:solidFill>
            <a:srgbClr val="8064D6"/>
          </a:solidFill>
          <a:ln w="12700">
            <a:solidFill>
              <a:srgbClr val="8064D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15584" y="270662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15584" y="322783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Supabase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5815584" y="3593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活動を保存する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92440" y="2395728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75320" y="2615184"/>
            <a:ext cx="384048" cy="384048"/>
          </a:xfrm>
          <a:prstGeom prst="ellipse">
            <a:avLst/>
          </a:prstGeom>
          <a:solidFill>
            <a:srgbClr val="D8A620"/>
          </a:solidFill>
          <a:ln w="12700">
            <a:solidFill>
              <a:srgbClr val="D8A620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270662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75320" y="322783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8275320" y="3593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チームで見る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" y="48006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入力を増やさず、チームの共通認識を増やす。</a:t>
            </a:r>
            <a:endParaRPr lang="en-US" sz="2300" dirty="0"/>
          </a:p>
        </p:txBody>
      </p:sp>
      <p:sp>
        <p:nvSpPr>
          <p:cNvPr id="53" name="Text 51"/>
          <p:cNvSpPr/>
          <p:nvPr/>
        </p:nvSpPr>
        <p:spPr>
          <a:xfrm>
            <a:off x="6565392" y="4681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500" dirty="0"/>
          </a:p>
        </p:txBody>
      </p:sp>
      <p:sp>
        <p:nvSpPr>
          <p:cNvPr id="54" name="Text 52"/>
          <p:cNvSpPr/>
          <p:nvPr/>
        </p:nvSpPr>
        <p:spPr>
          <a:xfrm>
            <a:off x="6565392" y="51023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push = 1 activity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47888" y="4681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500" dirty="0"/>
          </a:p>
        </p:txBody>
      </p:sp>
      <p:sp>
        <p:nvSpPr>
          <p:cNvPr id="56" name="Text 54"/>
          <p:cNvSpPr/>
          <p:nvPr/>
        </p:nvSpPr>
        <p:spPr>
          <a:xfrm>
            <a:off x="8247888" y="51023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score / commit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939528" y="4681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8A6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∞</a:t>
            </a:r>
            <a:endParaRPr lang="en-US" sz="2500" dirty="0"/>
          </a:p>
        </p:txBody>
      </p:sp>
      <p:sp>
        <p:nvSpPr>
          <p:cNvPr id="58" name="Text 56"/>
          <p:cNvSpPr/>
          <p:nvPr/>
        </p:nvSpPr>
        <p:spPr>
          <a:xfrm>
            <a:off x="9939528" y="51023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チームを一覧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94360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2377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DASHBOARD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D7E1E7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69680" y="647395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development dashboard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896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/ 画面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11704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チームの現在地を、数字とタイムラインで見る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612648" y="19019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比較するためではなく、次に声をかける相手と、次に進めることを見つけるための画面です。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2450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MOMENTUM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2871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783080" y="2889504"/>
            <a:ext cx="3291840" cy="201168"/>
          </a:xfrm>
          <a:prstGeom prst="rect">
            <a:avLst/>
          </a:prstGeom>
          <a:solidFill>
            <a:srgbClr val="F1F5F8"/>
          </a:solidFill>
          <a:ln w="12700">
            <a:solidFill>
              <a:srgbClr val="F1F5F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83080" y="2889504"/>
            <a:ext cx="3291840" cy="201168"/>
          </a:xfrm>
          <a:prstGeom prst="rect">
            <a:avLst/>
          </a:prstGeom>
          <a:solidFill>
            <a:srgbClr val="F06455"/>
          </a:solidFill>
          <a:ln w="12700">
            <a:solidFill>
              <a:srgbClr val="F0645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8620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" y="33924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B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783080" y="3410712"/>
            <a:ext cx="3291840" cy="201168"/>
          </a:xfrm>
          <a:prstGeom prst="rect">
            <a:avLst/>
          </a:prstGeom>
          <a:solidFill>
            <a:srgbClr val="F1F5F8"/>
          </a:solidFill>
          <a:ln w="12700">
            <a:solidFill>
              <a:srgbClr val="F1F5F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83080" y="3410712"/>
            <a:ext cx="2586446" cy="201168"/>
          </a:xfrm>
          <a:prstGeom prst="rect">
            <a:avLst/>
          </a:prstGeom>
          <a:solidFill>
            <a:srgbClr val="16B8B4"/>
          </a:solidFill>
          <a:ln w="12700">
            <a:solidFill>
              <a:srgbClr val="16B8B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8328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3232" y="3913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C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783080" y="3931920"/>
            <a:ext cx="3291840" cy="201168"/>
          </a:xfrm>
          <a:prstGeom prst="rect">
            <a:avLst/>
          </a:prstGeom>
          <a:solidFill>
            <a:srgbClr val="F1F5F8"/>
          </a:solidFill>
          <a:ln w="12700">
            <a:solidFill>
              <a:srgbClr val="F1F5F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3931920"/>
            <a:ext cx="1881051" cy="201168"/>
          </a:xfrm>
          <a:prstGeom prst="rect">
            <a:avLst/>
          </a:prstGeom>
          <a:solidFill>
            <a:srgbClr val="8064D6"/>
          </a:solidFill>
          <a:ln w="12700">
            <a:solidFill>
              <a:srgbClr val="8064D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39044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3232" y="4434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783080" y="4453128"/>
            <a:ext cx="3291840" cy="201168"/>
          </a:xfrm>
          <a:prstGeom prst="rect">
            <a:avLst/>
          </a:prstGeom>
          <a:solidFill>
            <a:srgbClr val="F1F5F8"/>
          </a:solidFill>
          <a:ln w="12700">
            <a:solidFill>
              <a:srgbClr val="F1F5F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4453128"/>
            <a:ext cx="1175657" cy="201168"/>
          </a:xfrm>
          <a:prstGeom prst="rect">
            <a:avLst/>
          </a:prstGeom>
          <a:solidFill>
            <a:srgbClr val="D8A620"/>
          </a:solidFill>
          <a:ln w="12700">
            <a:solidFill>
              <a:srgbClr val="D8A620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44256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3232" y="5166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99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commit count / 表示イメージ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97880" y="2487168"/>
            <a:ext cx="0" cy="283464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6400800" y="2450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STREAM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19088" y="2962656"/>
            <a:ext cx="146304" cy="146304"/>
          </a:xfrm>
          <a:prstGeom prst="ellipse">
            <a:avLst/>
          </a:prstGeom>
          <a:solidFill>
            <a:srgbClr val="F06455"/>
          </a:solidFill>
          <a:ln w="12700">
            <a:solidFill>
              <a:srgbClr val="F06455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0" y="3127248"/>
            <a:ext cx="0" cy="530352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  <a:tailEnd type="none"/>
          </a:ln>
        </p:spPr>
      </p:sp>
      <p:sp>
        <p:nvSpPr>
          <p:cNvPr id="51" name="Text 49"/>
          <p:cNvSpPr/>
          <p:nvPr/>
        </p:nvSpPr>
        <p:spPr>
          <a:xfrm>
            <a:off x="6784848" y="29352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88352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A が1件のcommitをpush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419088" y="3694176"/>
            <a:ext cx="146304" cy="146304"/>
          </a:xfrm>
          <a:prstGeom prst="ellipse">
            <a:avLst/>
          </a:prstGeom>
          <a:solidFill>
            <a:srgbClr val="16B8B4"/>
          </a:solidFill>
          <a:ln w="12700">
            <a:solidFill>
              <a:srgbClr val="16B8B4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3858768"/>
            <a:ext cx="0" cy="530352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  <a:tailEnd type="none"/>
          </a:ln>
        </p:spPr>
      </p:sp>
      <p:sp>
        <p:nvSpPr>
          <p:cNvPr id="55" name="Text 53"/>
          <p:cNvSpPr/>
          <p:nvPr/>
        </p:nvSpPr>
        <p:spPr>
          <a:xfrm>
            <a:off x="6784848" y="36667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388352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C がPRを更新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419088" y="4425696"/>
            <a:ext cx="146304" cy="146304"/>
          </a:xfrm>
          <a:prstGeom prst="ellipse">
            <a:avLst/>
          </a:prstGeom>
          <a:solidFill>
            <a:srgbClr val="8064D6"/>
          </a:solidFill>
          <a:ln w="12700">
            <a:solidFill>
              <a:srgbClr val="8064D6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84848" y="43982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064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7m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388352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B がレビューを完了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400800" y="5330952"/>
            <a:ext cx="4736592" cy="512064"/>
          </a:xfrm>
          <a:prstGeom prst="roundRect">
            <a:avLst>
              <a:gd name="adj" fmla="val 14286"/>
            </a:avLst>
          </a:prstGeom>
          <a:solidFill>
            <a:srgbClr val="F1F5F8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29400" y="54681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変化が見えたら、チームチャットやメンターへつなげる。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94360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2377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EXPERIENCE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D7E1E7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69680" y="647395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development dashboard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896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/ 使い方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11704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使い方は、ログインして開発するだけ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612648" y="19019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HackRadarのために新しい運用を覚える必要はありません。GitHubの活動が、そのままチームの情報になります。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3232" y="2706624"/>
            <a:ext cx="493776" cy="493776"/>
          </a:xfrm>
          <a:prstGeom prst="ellipse">
            <a:avLst/>
          </a:prstGeom>
          <a:solidFill>
            <a:srgbClr val="F06455"/>
          </a:solidFill>
          <a:ln w="12700">
            <a:solidFill>
              <a:srgbClr val="F0645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28437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チームを選ぶ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13232" y="38953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チーム名を入力して、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GitHubでログイン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371600" y="2953512"/>
            <a:ext cx="1353312" cy="0"/>
          </a:xfrm>
          <a:prstGeom prst="line">
            <a:avLst/>
          </a:prstGeom>
          <a:noFill/>
          <a:ln w="19050">
            <a:solidFill>
              <a:srgbClr val="D7E1E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026664" y="2706624"/>
            <a:ext cx="493776" cy="493776"/>
          </a:xfrm>
          <a:prstGeom prst="ellipse">
            <a:avLst/>
          </a:prstGeom>
          <a:solidFill>
            <a:srgbClr val="16B8B4"/>
          </a:solidFill>
          <a:ln w="12700">
            <a:solidFill>
              <a:srgbClr val="16B8B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26664" y="28437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26664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いつも通り開発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3026664" y="38953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コードを書いて、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いつも通りpush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685032" y="2953512"/>
            <a:ext cx="1353312" cy="0"/>
          </a:xfrm>
          <a:prstGeom prst="line">
            <a:avLst/>
          </a:prstGeom>
          <a:noFill/>
          <a:ln w="19050">
            <a:solidFill>
              <a:srgbClr val="D7E1E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340096" y="2706624"/>
            <a:ext cx="493776" cy="493776"/>
          </a:xfrm>
          <a:prstGeom prst="ellipse">
            <a:avLst/>
          </a:prstGeom>
          <a:solidFill>
            <a:srgbClr val="D8A620"/>
          </a:solidFill>
          <a:ln w="12700">
            <a:solidFill>
              <a:srgbClr val="D8A62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0096" y="28437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0096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チームで確認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5340096" y="38953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Dashboard・チャットで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次のアクションを決める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909560" y="2450592"/>
            <a:ext cx="3218688" cy="2706624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83880" y="27249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83880" y="3236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9985248" y="318211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8183880" y="3767328"/>
            <a:ext cx="2670048" cy="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8183880" y="40416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commit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73836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 now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83880" y="4572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commitが、チームの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活動として反映される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731520" y="568756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B8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チームチャット / メンターチャット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508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423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37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251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6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9951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095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239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7383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652760" y="594360"/>
            <a:ext cx="0" cy="566928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94360" y="594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94360" y="1508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94360" y="24231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4360" y="33375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94360" y="42519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4360" y="51663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6080760"/>
            <a:ext cx="10972800" cy="0"/>
          </a:xfrm>
          <a:prstGeom prst="line">
            <a:avLst/>
          </a:prstGeom>
          <a:noFill/>
          <a:ln w="3175">
            <a:solidFill>
              <a:srgbClr val="D7E1E7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94360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16B8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2377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VALUE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6382512"/>
            <a:ext cx="10972800" cy="0"/>
          </a:xfrm>
          <a:prstGeom prst="line">
            <a:avLst/>
          </a:prstGeom>
          <a:noFill/>
          <a:ln w="10160">
            <a:solidFill>
              <a:srgbClr val="D7E1E7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94360" y="647395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69680" y="647395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development dashboard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896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F064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/ 価値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11704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見えない進捗を、チームの行動につなげる</a:t>
            </a:r>
            <a:endParaRPr lang="en-US" sz="3100" dirty="0"/>
          </a:p>
        </p:txBody>
      </p:sp>
      <p:sp>
        <p:nvSpPr>
          <p:cNvPr id="28" name="Text 26"/>
          <p:cNvSpPr/>
          <p:nvPr/>
        </p:nvSpPr>
        <p:spPr>
          <a:xfrm>
            <a:off x="612648" y="19019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HackRadarは、開発の現在地を共有し、必要な声かけや相談を早くするためのMVPです。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2761488"/>
            <a:ext cx="2706624" cy="0"/>
          </a:xfrm>
          <a:prstGeom prst="line">
            <a:avLst/>
          </a:prstGeom>
          <a:noFill/>
          <a:ln w="38100">
            <a:solidFill>
              <a:srgbClr val="16B8B4"/>
            </a:solidFill>
            <a:prstDash val="solid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731520" y="2999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気づける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731520" y="352958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チームの現在地を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同じ画面で把握する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352544" y="2761488"/>
            <a:ext cx="2706624" cy="0"/>
          </a:xfrm>
          <a:prstGeom prst="line">
            <a:avLst/>
          </a:prstGeom>
          <a:noFill/>
          <a:ln w="38100">
            <a:solidFill>
              <a:srgbClr val="F06455"/>
            </a:solidFill>
            <a:prstDash val="solid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4352544" y="2999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動ける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4352544" y="352958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止まりかけたチームへ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早く声をかける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973568" y="2761488"/>
            <a:ext cx="2706624" cy="0"/>
          </a:xfrm>
          <a:prstGeom prst="line">
            <a:avLst/>
          </a:prstGeom>
          <a:noFill/>
          <a:ln w="38100">
            <a:solidFill>
              <a:srgbClr val="D8A620"/>
            </a:solidFill>
            <a:prstDash val="solid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7973568" y="2999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相談できる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973568" y="352958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チャットやメンターへ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自然につながる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31520" y="49651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064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627632" y="49286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0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リアルタイム在席 / PR・Issueの可視化 / メンター相談の強化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31520" y="570585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B8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開発の現在地を、チームの共通画面に。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144000" y="53583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2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HackRadar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HackRadar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HackRadar | 開発の現在地を見える化するダッシュボード</dc:title>
  <dc:subject>HackRadar app overview</dc:subject>
  <dc:creator>HackRadar</dc:creator>
  <cp:lastModifiedBy>HackRadar</cp:lastModifiedBy>
  <cp:revision>1</cp:revision>
  <dcterms:created xsi:type="dcterms:W3CDTF">2026-08-03T15:38:19Z</dcterms:created>
  <dcterms:modified xsi:type="dcterms:W3CDTF">2026-08-03T15:38:19Z</dcterms:modified>
</cp:coreProperties>
</file>